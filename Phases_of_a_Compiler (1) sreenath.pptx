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22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36576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of a Compiler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source code is transformed into machine code, one sequential stage at a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1956816" cy="566928"/>
          </a:xfrm>
          <a:prstGeom prst="roundRect">
            <a:avLst>
              <a:gd name="adj" fmla="val 1612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44368" y="5349240"/>
            <a:ext cx="1956816" cy="566928"/>
          </a:xfrm>
          <a:prstGeom prst="roundRect">
            <a:avLst>
              <a:gd name="adj" fmla="val 1612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534924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65776" y="5349240"/>
            <a:ext cx="1956816" cy="566928"/>
          </a:xfrm>
          <a:prstGeom prst="roundRect">
            <a:avLst>
              <a:gd name="adj" fmla="val 1612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534924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87184" y="5349240"/>
            <a:ext cx="1956816" cy="566928"/>
          </a:xfrm>
          <a:prstGeom prst="roundRect">
            <a:avLst>
              <a:gd name="adj" fmla="val 1612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87184" y="534924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08592" y="5349240"/>
            <a:ext cx="1956816" cy="566928"/>
          </a:xfrm>
          <a:prstGeom prst="roundRect">
            <a:avLst>
              <a:gd name="adj" fmla="val 1612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8592" y="5349240"/>
            <a:ext cx="1956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of Specialized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965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73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is not a single step — it is organized into a series of distinct phases.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712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249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each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9067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performs a specific, well-defined task on the program being translated.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764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execution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4223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phases run one after another, each feeding its output to the next.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169164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CF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9659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Core Phases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2468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60920" y="24688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94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3127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60920" y="31272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49440" y="3493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3785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378561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49440" y="4151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4443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443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60920" y="444398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94944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12280" y="51023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102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51023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33888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4512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5136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Analysis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stage — reads characters and groups them into tokens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2880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raw source program character by character.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844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4472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characters into meaningful units called tokens.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513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0142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whitespace, comments, and formatting noise.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5811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illegal characters as lexical errors.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971800"/>
            <a:ext cx="5074920" cy="315468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227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37033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a + b;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412394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454456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id(total)  =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496519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id(a)  +  id(b)  ;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502920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33888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4512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5136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Analysis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 stage — checks grammar and builds structure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2880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tokens from lexical analysis as input.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844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4472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tokens follow the language's grammar rules.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513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0142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parse tree (or syntax tree) showing structure.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5811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syntax errors such as missing operators or brackets.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971800"/>
            <a:ext cx="5074920" cy="315468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227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37033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412394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\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454456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total   +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496519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 \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66560" y="538581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   b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33888" y="502920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4512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5136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Analysis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meaning-checker stage — verifies logical correctness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2880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parse tree for meaningful, consistent usage.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844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4472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type compatibility between operands.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513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0142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variables are declared before use.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5811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type information via the symbol table.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971800"/>
            <a:ext cx="5074920" cy="315468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227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PERFORMED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37033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type(a): int   ✓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412394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type(b): int   ✓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454456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:= int + int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496519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types match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33888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4512" y="502920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5136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Optimization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efficiency stage — improves performance without changing meaning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Optimization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2880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intermediate code for speed and size.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844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4472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redundant or unreachable computations.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513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0142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expressions and reuses computed values.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5811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program's original meaning exactly.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971800"/>
            <a:ext cx="5074920" cy="315468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227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37033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 + 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412394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a + 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454456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496519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a + 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66560" y="538581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t;  y = 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33888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4512" y="502920"/>
            <a:ext cx="146304" cy="146304"/>
          </a:xfrm>
          <a:prstGeom prst="ellipse">
            <a:avLst/>
          </a:prstGeom>
          <a:solidFill>
            <a:srgbClr val="CFE8F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5136" y="502920"/>
            <a:ext cx="146304" cy="14630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Generation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stage — produces target machine or assembly code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0" y="19659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CF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2880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optimized code into the target language.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844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44728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registers and memory locations for data.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513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0142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assembly or executable machine instructions.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5811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end of the compilation pipeline.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971800"/>
            <a:ext cx="5074920" cy="315468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227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ASM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37033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R1, 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412394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R1, 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454456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total, R1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Sequential Phases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hands its output to the next — source code enters, machine code emerges.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4688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9052" y="26334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559052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3127248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35808" y="24688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6180" y="26334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72618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3127248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18888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02936" y="24688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3308" y="26334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893308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76088" y="3127248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86016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70064" y="24688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0436" y="26334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060436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43216" y="3127248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53144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537192" y="246888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27564" y="26334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10227564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10344" y="3127248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9516" y="46634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" y="4663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strictly in order, phase by phase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02836" y="46634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85716" y="4663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has one specific job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106156" y="46634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89036" y="46634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 → machine code out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1206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4C7F45-81FC-D037-90B4-42BE61371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336" y="1135181"/>
            <a:ext cx="4473328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65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580</Words>
  <Application>Microsoft Office PowerPoint</Application>
  <PresentationFormat>Widescreen</PresentationFormat>
  <Paragraphs>160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SREENATH A</cp:lastModifiedBy>
  <cp:revision>2</cp:revision>
  <dcterms:created xsi:type="dcterms:W3CDTF">2026-07-27T14:33:49Z</dcterms:created>
  <dcterms:modified xsi:type="dcterms:W3CDTF">2026-07-31T14:07:48Z</dcterms:modified>
</cp:coreProperties>
</file>